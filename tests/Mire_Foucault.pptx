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424" y="-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8903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737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2227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3116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4797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500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4499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5585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0479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6166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002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3012F-2CE9-4275-BACF-0022BCCFD0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9960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3B14DA-A036-FBBA-7E01-1192C4EEBABC}"/>
              </a:ext>
            </a:extLst>
          </p:cNvPr>
          <p:cNvSpPr/>
          <p:nvPr/>
        </p:nvSpPr>
        <p:spPr>
          <a:xfrm>
            <a:off x="1606550" y="1244419"/>
            <a:ext cx="36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D0B052-7122-87EB-237E-63F84E8DF256}"/>
              </a:ext>
            </a:extLst>
          </p:cNvPr>
          <p:cNvSpPr/>
          <p:nvPr/>
        </p:nvSpPr>
        <p:spPr>
          <a:xfrm>
            <a:off x="1678550" y="1244419"/>
            <a:ext cx="36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F6805E-B414-5AAA-3438-9556C3F74E7A}"/>
              </a:ext>
            </a:extLst>
          </p:cNvPr>
          <p:cNvSpPr/>
          <p:nvPr/>
        </p:nvSpPr>
        <p:spPr>
          <a:xfrm>
            <a:off x="1750550" y="1244419"/>
            <a:ext cx="36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DF41BA-D88E-21F9-4519-09E894E817EC}"/>
              </a:ext>
            </a:extLst>
          </p:cNvPr>
          <p:cNvSpPr/>
          <p:nvPr/>
        </p:nvSpPr>
        <p:spPr>
          <a:xfrm>
            <a:off x="1822550" y="1244419"/>
            <a:ext cx="36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FC966A-F871-BB31-1B87-B8B85119D7E6}"/>
              </a:ext>
            </a:extLst>
          </p:cNvPr>
          <p:cNvSpPr/>
          <p:nvPr/>
        </p:nvSpPr>
        <p:spPr>
          <a:xfrm>
            <a:off x="1894550" y="1244419"/>
            <a:ext cx="36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C40CC0-2F4E-CE7E-F4A8-2D074EA53868}"/>
              </a:ext>
            </a:extLst>
          </p:cNvPr>
          <p:cNvSpPr/>
          <p:nvPr/>
        </p:nvSpPr>
        <p:spPr>
          <a:xfrm>
            <a:off x="1966550" y="1244419"/>
            <a:ext cx="36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F9D15C0-58A8-2FE9-06B1-4121A4999672}"/>
              </a:ext>
            </a:extLst>
          </p:cNvPr>
          <p:cNvSpPr txBox="1"/>
          <p:nvPr/>
        </p:nvSpPr>
        <p:spPr>
          <a:xfrm>
            <a:off x="1435332" y="875087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1mm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1F50E9-4CD2-A60C-4C02-492DAF1670FD}"/>
              </a:ext>
            </a:extLst>
          </p:cNvPr>
          <p:cNvSpPr/>
          <p:nvPr/>
        </p:nvSpPr>
        <p:spPr>
          <a:xfrm>
            <a:off x="683287" y="1238443"/>
            <a:ext cx="72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9C0685B-26FA-A03B-B53D-12F8E5B660BC}"/>
              </a:ext>
            </a:extLst>
          </p:cNvPr>
          <p:cNvSpPr txBox="1"/>
          <p:nvPr/>
        </p:nvSpPr>
        <p:spPr>
          <a:xfrm>
            <a:off x="647287" y="882185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2mm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F23F4B-3408-56AF-6350-90919A536872}"/>
              </a:ext>
            </a:extLst>
          </p:cNvPr>
          <p:cNvSpPr/>
          <p:nvPr/>
        </p:nvSpPr>
        <p:spPr>
          <a:xfrm>
            <a:off x="818505" y="1238443"/>
            <a:ext cx="72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E88613-7465-4DDB-9FF4-3635504B8444}"/>
              </a:ext>
            </a:extLst>
          </p:cNvPr>
          <p:cNvSpPr/>
          <p:nvPr/>
        </p:nvSpPr>
        <p:spPr>
          <a:xfrm>
            <a:off x="962505" y="1238443"/>
            <a:ext cx="72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306167-B6E6-530A-303F-62BECD38EA76}"/>
              </a:ext>
            </a:extLst>
          </p:cNvPr>
          <p:cNvSpPr/>
          <p:nvPr/>
        </p:nvSpPr>
        <p:spPr>
          <a:xfrm>
            <a:off x="1106505" y="1238443"/>
            <a:ext cx="72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FCE8CF-0DF8-099E-D733-B54452223970}"/>
              </a:ext>
            </a:extLst>
          </p:cNvPr>
          <p:cNvSpPr/>
          <p:nvPr/>
        </p:nvSpPr>
        <p:spPr>
          <a:xfrm>
            <a:off x="1250505" y="1238443"/>
            <a:ext cx="72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7857BD-8205-76EA-8A84-F1FF44CE1B26}"/>
              </a:ext>
            </a:extLst>
          </p:cNvPr>
          <p:cNvSpPr/>
          <p:nvPr/>
        </p:nvSpPr>
        <p:spPr>
          <a:xfrm>
            <a:off x="2344986" y="1238443"/>
            <a:ext cx="18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CACE1472-1C27-6A09-977F-9F8BDA128B93}"/>
              </a:ext>
            </a:extLst>
          </p:cNvPr>
          <p:cNvSpPr txBox="1"/>
          <p:nvPr/>
        </p:nvSpPr>
        <p:spPr>
          <a:xfrm>
            <a:off x="2173768" y="869111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0.5mm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44419AD-0700-30A7-63CF-6E1BDD91CC2B}"/>
              </a:ext>
            </a:extLst>
          </p:cNvPr>
          <p:cNvSpPr/>
          <p:nvPr/>
        </p:nvSpPr>
        <p:spPr>
          <a:xfrm>
            <a:off x="2381204" y="1238443"/>
            <a:ext cx="18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D67497C-2807-CD88-475F-D070C92DCEC0}"/>
              </a:ext>
            </a:extLst>
          </p:cNvPr>
          <p:cNvSpPr/>
          <p:nvPr/>
        </p:nvSpPr>
        <p:spPr>
          <a:xfrm>
            <a:off x="2416627" y="1238057"/>
            <a:ext cx="18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E4BEB67-4409-B740-3952-DF15B0C7A404}"/>
              </a:ext>
            </a:extLst>
          </p:cNvPr>
          <p:cNvSpPr/>
          <p:nvPr/>
        </p:nvSpPr>
        <p:spPr>
          <a:xfrm>
            <a:off x="2452845" y="1238057"/>
            <a:ext cx="18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AFC0EE2-8F40-A3F2-56A1-379C3C6C2405}"/>
              </a:ext>
            </a:extLst>
          </p:cNvPr>
          <p:cNvSpPr/>
          <p:nvPr/>
        </p:nvSpPr>
        <p:spPr>
          <a:xfrm>
            <a:off x="2488268" y="1238057"/>
            <a:ext cx="18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78C1EE8-915E-53A1-8A19-53502DD2D7A8}"/>
              </a:ext>
            </a:extLst>
          </p:cNvPr>
          <p:cNvSpPr/>
          <p:nvPr/>
        </p:nvSpPr>
        <p:spPr>
          <a:xfrm>
            <a:off x="2524486" y="1238057"/>
            <a:ext cx="18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3565C64-46F5-ECD8-B625-48DD2437C464}"/>
              </a:ext>
            </a:extLst>
          </p:cNvPr>
          <p:cNvSpPr/>
          <p:nvPr/>
        </p:nvSpPr>
        <p:spPr>
          <a:xfrm>
            <a:off x="2559909" y="1238057"/>
            <a:ext cx="18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C98BA2-5400-6311-6EE8-CDE4C61DA65C}"/>
              </a:ext>
            </a:extLst>
          </p:cNvPr>
          <p:cNvSpPr/>
          <p:nvPr/>
        </p:nvSpPr>
        <p:spPr>
          <a:xfrm>
            <a:off x="2596127" y="1238057"/>
            <a:ext cx="18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AECE896-0610-92B4-FB6D-BF865F7AD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94701"/>
            <a:ext cx="7561263" cy="584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FF7BEE3-0308-824B-672E-D61F14A1C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7435114"/>
            <a:ext cx="3584349" cy="263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754271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3</Words>
  <Application>Microsoft Office PowerPoint</Application>
  <PresentationFormat>Personnalisé</PresentationFormat>
  <Paragraphs>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Julien VILLEMEJANE</dc:creator>
  <cp:lastModifiedBy>Julien VILLEMEJANE</cp:lastModifiedBy>
  <cp:revision>9</cp:revision>
  <dcterms:created xsi:type="dcterms:W3CDTF">2025-11-20T10:53:30Z</dcterms:created>
  <dcterms:modified xsi:type="dcterms:W3CDTF">2025-11-20T11:06:13Z</dcterms:modified>
</cp:coreProperties>
</file>